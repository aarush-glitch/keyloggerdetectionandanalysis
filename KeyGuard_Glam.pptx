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short story about why detection matters (privacy, enterprise risk)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high-level; avoid deep technical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browser and perform 2 quick live actions: YARA match + static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Tailwind styling and easy navigation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these to course objectives and grading rubric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each step under 30s; rehearse transitions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these bullet placeholders with actual screenshots if desired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planned timeline and who will implement which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live demo and invite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Keylogger Detection Lab — Live Demo &amp;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Protect user privacy by detecting keyloggers early</a:t>
            </a:r>
          </a:p>
          <a:p>
            <a:pPr>
              <a:defRPr sz="2800"/>
            </a:pPr>
            <a:r>
              <a:t>Hands-on learning: craft rules, analyze samples, and respond</a:t>
            </a:r>
          </a:p>
          <a:p>
            <a:pPr>
              <a:defRPr sz="2800"/>
            </a:pPr>
            <a:r>
              <a:t>Designed for classroom demos and live walkthroughs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KeyGuard Does (in 10s)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Interactive YARA playground to test detection rules</a:t>
            </a:r>
          </a:p>
          <a:p>
            <a:pPr>
              <a:defRPr sz="2800"/>
            </a:pPr>
            <a:r>
              <a:t>Easy code viewer &amp; static checks for suspicious patterns</a:t>
            </a:r>
          </a:p>
          <a:p>
            <a:pPr>
              <a:defRPr sz="2800"/>
            </a:pPr>
            <a:r>
              <a:t>PE insights &amp; quick defensive PowerShell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Live YARA rule test: see matches instantly</a:t>
            </a:r>
          </a:p>
          <a:p>
            <a:pPr>
              <a:defRPr sz="2800"/>
            </a:pPr>
            <a:r>
              <a:t>Paste a suspicious script → get instant risk signals</a:t>
            </a:r>
          </a:p>
          <a:p>
            <a:pPr>
              <a:defRPr sz="2800"/>
            </a:pPr>
            <a:r>
              <a:t>Generate defender-ready PowerShell in one click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Polish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Dark-themed modern UI with readable syntax highlighting</a:t>
            </a:r>
          </a:p>
          <a:p>
            <a:pPr>
              <a:defRPr sz="2800"/>
            </a:pPr>
            <a:r>
              <a:t>Copy / download buttons for quick sharing</a:t>
            </a:r>
          </a:p>
          <a:p>
            <a:pPr>
              <a:defRPr sz="2800"/>
            </a:pPr>
            <a:r>
              <a:t>Responsive layout for classroom screens and projectors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Write and validate YARA rules with confidence</a:t>
            </a:r>
          </a:p>
          <a:p>
            <a:pPr>
              <a:defRPr sz="2800"/>
            </a:pPr>
            <a:r>
              <a:t>Understand common keylogger patterns in code and binaries</a:t>
            </a:r>
          </a:p>
          <a:p>
            <a:pPr>
              <a:defRPr sz="2800"/>
            </a:pPr>
            <a:r>
              <a:t>Produce simple defensive scripts for monitoring and triage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2-Minute Demo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Open home page → show navigation</a:t>
            </a:r>
          </a:p>
          <a:p>
            <a:pPr>
              <a:defRPr sz="2800"/>
            </a:pPr>
            <a:r>
              <a:t>YARA: paste rule + sample → click Scan (show match)</a:t>
            </a:r>
          </a:p>
          <a:p>
            <a:pPr>
              <a:defRPr sz="2800"/>
            </a:pPr>
            <a:r>
              <a:t>Static Analysis: paste sample → click Analyze (show result)</a:t>
            </a:r>
          </a:p>
          <a:p>
            <a:pPr>
              <a:defRPr sz="2800"/>
            </a:pPr>
            <a:r>
              <a:t>PowerShell: Generate → copy script (show usage)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&amp;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Screenshot 1: Home &amp; navigation</a:t>
            </a:r>
          </a:p>
          <a:p>
            <a:pPr>
              <a:defRPr sz="2800"/>
            </a:pPr>
            <a:r>
              <a:t>Screenshot 2: YARA result (matched strings)</a:t>
            </a:r>
          </a:p>
          <a:p>
            <a:pPr>
              <a:defRPr sz="2800"/>
            </a:pPr>
            <a:r>
              <a:t>Screenshot 3: Static analysis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—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Sandboxed rule testing with time limits (safety first)</a:t>
            </a:r>
          </a:p>
          <a:p>
            <a:pPr>
              <a:defRPr sz="2800"/>
            </a:pPr>
            <a:r>
              <a:t>Persistent IOC store &amp; sharing across students</a:t>
            </a:r>
          </a:p>
          <a:p>
            <a:pPr>
              <a:defRPr sz="2800"/>
            </a:pPr>
            <a:r>
              <a:t>Polish UI, add onboarding tips and tooltips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Live demo now — open KeyGuard at http://127.0.0.1:5000</a:t>
            </a:r>
          </a:p>
          <a:p>
            <a:pPr>
              <a:defRPr sz="2800"/>
            </a:pPr>
            <a:r>
              <a:t>Questions? Contact: Aarush Gupta</a:t>
            </a:r>
          </a:p>
          <a:p>
            <a:pPr>
              <a:defRPr sz="2800"/>
            </a:pPr>
            <a:r>
              <a:t>Repository &amp; slides included with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