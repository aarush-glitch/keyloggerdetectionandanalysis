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static analysis is chosen for teaching: safety and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objectives to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simple diagram on the slide while describing each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sample types (keylogger, persistence) and copy/download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small YARA rule and explain matching result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heuristic scoring and false positive/negative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example output (imports, entropy, risk_score).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defensive intent and need for safe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persistence and adding audit logs for real investigations.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immediate mitigations: input caps, worker timeouts,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command to run tests and summarize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sequence and keep each step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worker sandbox &amp;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troubleshooting tips (yara-python on Windows).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to discuss ethical handling and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Offer to show README and tests after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KeyGuard — Keylogger Detection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Keylogger Detection Lab — Static Analysis, YARA &amp; PE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Keyloggers and persistence techniques are common threats</a:t>
            </a:r>
          </a:p>
          <a:p>
            <a:pPr/>
            <a:r>
              <a:t>Need safe, repeatable tools to teach detection without executing malware</a:t>
            </a:r>
          </a:p>
          <a:p>
            <a:pPr/>
            <a:r>
              <a:t>Static analysis + rule testing helps triage suspicious artifacts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Detect suspicious Python &amp; PE indicators of keyloggers</a:t>
            </a:r>
          </a:p>
          <a:p>
            <a:pPr/>
            <a:r>
              <a:t>Provide YARA rule playground for students</a:t>
            </a:r>
          </a:p>
          <a:p>
            <a:pPr/>
            <a:r>
              <a:t>Generate defensive PowerShell scripts for monitoring</a:t>
            </a:r>
          </a:p>
          <a:p>
            <a:pPr/>
            <a:r>
              <a:t>Collect and manage IOCs during exercises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Jinja2 templates + Tailwind CSS</a:t>
            </a:r>
          </a:p>
          <a:p>
            <a:pPr/>
            <a:r>
              <a:t>Backend: Flask app (`app.py`) exposes pages &amp; APIs</a:t>
            </a:r>
          </a:p>
          <a:p>
            <a:pPr/>
            <a:r>
              <a:t>Key libs: yara-python, pefile, pygments, hashlib</a:t>
            </a:r>
          </a:p>
          <a:p>
            <a:pPr/>
            <a:r>
              <a:t>Dataflow: User -&gt; UI -&gt; Flask API -&gt; Static analyzers -&gt;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Code 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Syntax highlighting using Pygments</a:t>
            </a:r>
          </a:p>
          <a:p>
            <a:pPr/>
            <a:r>
              <a:t>Load pre-built samples or paste code</a:t>
            </a:r>
          </a:p>
          <a:p>
            <a:pPr/>
            <a:r>
              <a:t>Helps: manual review and readability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YARA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Compile &amp; test YARA rules against supplied text/code</a:t>
            </a:r>
          </a:p>
          <a:p>
            <a:pPr/>
            <a:r>
              <a:t>Endpoint: POST /api/scan-with-yara (json: rule, code)</a:t>
            </a:r>
          </a:p>
          <a:p>
            <a:pPr/>
            <a:r>
              <a:t>Output: matches, tags, matched strings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Static Python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Detect suspicious imports (keyboard, pynput, smtplib, etc.)</a:t>
            </a:r>
          </a:p>
          <a:p>
            <a:pPr/>
            <a:r>
              <a:t>Find file I/O and network ops; compute MD5/SHA256; heuristic risk score</a:t>
            </a:r>
          </a:p>
          <a:p>
            <a:pPr/>
            <a:r>
              <a:t>Endpoint: POST /api/analyze-imports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PE / Binary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Uses pefile to list DLL imports and functions</a:t>
            </a:r>
          </a:p>
          <a:p>
            <a:pPr/>
            <a:r>
              <a:t>Compute section entropy to detect packing</a:t>
            </a:r>
          </a:p>
          <a:p>
            <a:pPr/>
            <a:r>
              <a:t>Flags suspicious Windows APIs (keyboard hooks, HTTP send)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PowerShell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Generate defensive PS scripts: process_monitor, persistence_check, file_monitor</a:t>
            </a:r>
          </a:p>
          <a:p>
            <a:pPr/>
            <a:r>
              <a:t>Provides highlighted scripts and copy button</a:t>
            </a:r>
          </a:p>
          <a:p>
            <a:pPr/>
            <a:r>
              <a:t>Use-case: quick monitoring scripts in lab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IOC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Add/list/search IOCs (hashes, IPs, domains)</a:t>
            </a:r>
          </a:p>
          <a:p>
            <a:pPr/>
            <a:r>
              <a:t>Useful for exercise tracking; recommend SQLite for persistence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Ethical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Educational purpose only — show big warning</a:t>
            </a:r>
          </a:p>
          <a:p>
            <a:pPr/>
            <a:r>
              <a:t>Do not execute samples — use isolated VMs/containers</a:t>
            </a:r>
          </a:p>
          <a:p>
            <a:pPr/>
            <a:r>
              <a:t>Add size/time limits and sandbox for YARA/PE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Included smoke tests: tests/smoke_test.py</a:t>
            </a:r>
          </a:p>
          <a:p>
            <a:pPr/>
            <a:r>
              <a:t>Smoke test results: pages returned 200, YARA fixed for Windows, static analysis returned expected JSON</a:t>
            </a:r>
          </a:p>
          <a:p>
            <a:pPr/>
            <a:r>
              <a:t>Known fixes: cross-platform temp-file, yara match normalization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Plan (5–8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Start app and open / in browser</a:t>
            </a:r>
          </a:p>
          <a:p>
            <a:pPr/>
            <a:r>
              <a:t>Code Viewer: load sample and highlight</a:t>
            </a:r>
          </a:p>
          <a:p>
            <a:pPr/>
            <a:r>
              <a:t>YARA Scanner: test rule + sample, show match</a:t>
            </a:r>
          </a:p>
          <a:p>
            <a:pPr/>
            <a:r>
              <a:t>Static Analysis: paste Python sample, show flags</a:t>
            </a:r>
          </a:p>
          <a:p>
            <a:pPr/>
            <a:r>
              <a:t>PE Analysis: upload benign PE, show imports/entropy</a:t>
            </a:r>
          </a:p>
          <a:p>
            <a:pPr/>
            <a:r>
              <a:t>PowerShell: generate process monitor script</a:t>
            </a:r>
          </a:p>
          <a:p>
            <a:pPr/>
            <a:r>
              <a:t>IOC: add and search an IOC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 dynamic analysis; static heuristics only</a:t>
            </a:r>
          </a:p>
          <a:p>
            <a:pPr/>
            <a:r>
              <a:t>Add sandboxed workers, input limits, authentication</a:t>
            </a:r>
          </a:p>
          <a:p>
            <a:pPr/>
            <a:r>
              <a:t>Persist IOC storage with SQLite; richer static analysis with AST/taint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&amp;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Run locally (Windows cmd):</a:t>
            </a:r>
          </a:p>
          <a:p>
            <a:pPr/>
            <a:r>
              <a:t>python -m venv venv</a:t>
            </a:r>
          </a:p>
          <a:p>
            <a:pPr/>
            <a:r>
              <a:t>venv\Scripts\activate</a:t>
            </a:r>
          </a:p>
          <a:p>
            <a:pPr/>
            <a:r>
              <a:t>pip install -r requirements.txt</a:t>
            </a:r>
          </a:p>
          <a:p>
            <a:pPr/>
            <a:r>
              <a:t>set SESSION_SECRET=demo-secret &amp;&amp; venv\Scripts\python app.py</a:t>
            </a:r>
          </a:p>
          <a:p>
            <a:pPr/>
            <a:r>
              <a:t>Run smoke tests: pytest -q tests/smoke_test.py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Anticipated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Is YARA scanner real? — Yes (yara-python). Discuss sandboxing.</a:t>
            </a:r>
          </a:p>
          <a:p>
            <a:pPr/>
            <a:r>
              <a:t>Can this detect all malware? — No; explain limits of static analysis.</a:t>
            </a:r>
          </a:p>
          <a:p>
            <a:pPr/>
            <a:r>
              <a:t>Are samples executable? — They are examples; do not run them on non-sandboxed hosts.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Project repository: KeyGuard (or chosen name)</a:t>
            </a:r>
          </a:p>
          <a:p>
            <a:pPr/>
            <a:r>
              <a:t>Questions &amp; contact: Aarush Gupta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